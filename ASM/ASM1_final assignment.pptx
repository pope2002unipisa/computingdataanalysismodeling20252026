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4370" r:id="rId3"/>
    <p:sldMasterId id="2147484396" r:id="rId4"/>
    <p:sldMasterId id="2147486439" r:id="rId5"/>
    <p:sldMasterId id="2147491621" r:id="rId6"/>
  </p:sldMasterIdLst>
  <p:notesMasterIdLst>
    <p:notesMasterId r:id="rId8"/>
  </p:notesMasterIdLst>
  <p:sldIdLst>
    <p:sldId id="257" r:id="rId7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 autoAdjust="0"/>
    <p:restoredTop sz="85961"/>
  </p:normalViewPr>
  <p:slideViewPr>
    <p:cSldViewPr snapToGrid="0" showGuides="1">
      <p:cViewPr varScale="1">
        <p:scale>
          <a:sx n="103" d="100"/>
          <a:sy n="103" d="100"/>
        </p:scale>
        <p:origin x="158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BA92A52-925E-F729-B59B-1889D45BD0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1E2E28C-24E5-C54F-5B54-3F08651767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A8FABC4-F622-1249-8247-F34175E30BAA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4" name="Segnaposto immagine diapositiva 3">
            <a:extLst>
              <a:ext uri="{FF2B5EF4-FFF2-40B4-BE49-F238E27FC236}">
                <a16:creationId xmlns:a16="http://schemas.microsoft.com/office/drawing/2014/main" id="{5D5E7B37-4608-4D8C-54BC-5EEFF2964B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>
            <a:extLst>
              <a:ext uri="{FF2B5EF4-FFF2-40B4-BE49-F238E27FC236}">
                <a16:creationId xmlns:a16="http://schemas.microsoft.com/office/drawing/2014/main" id="{019E998F-121E-1E13-AF32-17FF84DEC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6F63A1-B2EC-F8F4-591C-DB5B2CF556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82EDE3-5AAE-6478-85EC-D8B2CB463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255B171-DC44-1F41-AC2B-35CAEA0195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355" y="2130850"/>
            <a:ext cx="7773293" cy="1470049"/>
          </a:xfrm>
          <a:prstGeom prst="rect">
            <a:avLst/>
          </a:prstGeom>
        </p:spPr>
        <p:txBody>
          <a:bodyPr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825" y="3886649"/>
            <a:ext cx="6400354" cy="1752451"/>
          </a:xfrm>
          <a:prstGeom prst="rect">
            <a:avLst/>
          </a:prstGeom>
        </p:spPr>
        <p:txBody>
          <a:bodyPr lIns="64291" tIns="32146" rIns="64291" bIns="32146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1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82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23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64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05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46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87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28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124980-8F54-92E9-014A-8BB54A01CB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F6189471-B0D5-6B4C-9647-3457148992EA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34723A-8943-5F3F-2FDA-CB505829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DE8D0-4EEF-5C91-7C53-B306012C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735F26A1-C123-CF46-AC36-E5CB946EE4C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55996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648" y="1600647"/>
            <a:ext cx="8228707" cy="4525119"/>
          </a:xfrm>
          <a:prstGeom prst="rect">
            <a:avLst/>
          </a:prstGeom>
        </p:spPr>
        <p:txBody>
          <a:bodyPr lIns="64291" tIns="32146" rIns="64291" bIns="32146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>
          <a:xfrm>
            <a:off x="457648" y="274588"/>
            <a:ext cx="8228707" cy="1143000"/>
          </a:xfrm>
          <a:prstGeom prst="rect">
            <a:avLst/>
          </a:prstGeom>
        </p:spPr>
        <p:txBody>
          <a:bodyPr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2" name="Segnaposto data 3">
            <a:extLst>
              <a:ext uri="{FF2B5EF4-FFF2-40B4-BE49-F238E27FC236}">
                <a16:creationId xmlns:a16="http://schemas.microsoft.com/office/drawing/2014/main" id="{5CB6D7B0-A3B5-1B03-8FAB-602F26F8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78803F8B-88E6-9D46-B8A5-68BF114CBF22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C010385C-9391-D588-6064-5F44C89F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A5DFCB68-77A2-FA65-8CB4-5F9394D0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63A60742-5E1E-D142-8040-D094A4DCA0E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46644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190" y="4406803"/>
            <a:ext cx="7772176" cy="1361777"/>
          </a:xfrm>
          <a:prstGeom prst="rect">
            <a:avLst/>
          </a:prstGeom>
        </p:spPr>
        <p:txBody>
          <a:bodyPr lIns="64291" tIns="32146" rIns="64291" bIns="32146" anchor="t"/>
          <a:lstStyle>
            <a:lvl1pPr algn="l">
              <a:defRPr sz="21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190" y="2906613"/>
            <a:ext cx="7772176" cy="1500188"/>
          </a:xfrm>
          <a:prstGeom prst="rect">
            <a:avLst/>
          </a:prstGeom>
        </p:spPr>
        <p:txBody>
          <a:bodyPr lIns="64291" tIns="32146" rIns="64291" bIns="32146" anchor="b"/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241093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2pPr>
            <a:lvl3pPr marL="482186" indent="0">
              <a:buNone/>
              <a:defRPr sz="825">
                <a:solidFill>
                  <a:schemeClr val="tx1">
                    <a:tint val="75000"/>
                  </a:schemeClr>
                </a:solidFill>
              </a:defRPr>
            </a:lvl3pPr>
            <a:lvl4pPr marL="723279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4pPr>
            <a:lvl5pPr marL="964372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5pPr>
            <a:lvl6pPr marL="1205465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6pPr>
            <a:lvl7pPr marL="1446558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7pPr>
            <a:lvl8pPr marL="1687651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8pPr>
            <a:lvl9pPr marL="1928744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1B6100-3B5C-921C-A1FB-00307D4C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3B4C8F1F-A753-9046-8307-D3DE945A3926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A311E8-AF71-8F37-8EC6-2C297B28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E68DC-1F3B-5AED-5DFB-813A8334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C5D7E959-76C2-F848-AA3F-4EC8B03AD1D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14639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648" y="274588"/>
            <a:ext cx="8228707" cy="1143000"/>
          </a:xfrm>
          <a:prstGeom prst="rect">
            <a:avLst/>
          </a:prstGeom>
        </p:spPr>
        <p:txBody>
          <a:bodyPr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648" y="1600647"/>
            <a:ext cx="4060775" cy="4525119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 sz="1500"/>
            </a:lvl1pPr>
            <a:lvl2pPr>
              <a:defRPr sz="1275"/>
            </a:lvl2pPr>
            <a:lvl3pPr>
              <a:defRPr sz="1050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5580" y="1600647"/>
            <a:ext cx="4060775" cy="4525119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 sz="1500"/>
            </a:lvl1pPr>
            <a:lvl2pPr>
              <a:defRPr sz="1275"/>
            </a:lvl2pPr>
            <a:lvl3pPr>
              <a:defRPr sz="1050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03D0C94-C2C9-937F-4079-641CC552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D91C4FA8-8A68-9C47-8B85-375114FDC620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F92923A-E1E3-F408-0376-34DF20F50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A99CD9-CACE-49A1-9630-8EDAC7D3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0C261162-DFB4-8D47-B726-7E11B2D69A0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917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648" y="274588"/>
            <a:ext cx="8228707" cy="1143000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648" y="1534791"/>
            <a:ext cx="4039568" cy="639589"/>
          </a:xfrm>
          <a:prstGeom prst="rect">
            <a:avLst/>
          </a:prstGeom>
        </p:spPr>
        <p:txBody>
          <a:bodyPr lIns="64291" tIns="32146" rIns="64291" bIns="32146" anchor="b"/>
          <a:lstStyle>
            <a:lvl1pPr marL="0" indent="0">
              <a:buNone/>
              <a:defRPr sz="1275" b="1"/>
            </a:lvl1pPr>
            <a:lvl2pPr marL="241093" indent="0">
              <a:buNone/>
              <a:defRPr sz="1050" b="1"/>
            </a:lvl2pPr>
            <a:lvl3pPr marL="482186" indent="0">
              <a:buNone/>
              <a:defRPr sz="975" b="1"/>
            </a:lvl3pPr>
            <a:lvl4pPr marL="723279" indent="0">
              <a:buNone/>
              <a:defRPr sz="825" b="1"/>
            </a:lvl4pPr>
            <a:lvl5pPr marL="964372" indent="0">
              <a:buNone/>
              <a:defRPr sz="825" b="1"/>
            </a:lvl5pPr>
            <a:lvl6pPr marL="1205465" indent="0">
              <a:buNone/>
              <a:defRPr sz="825" b="1"/>
            </a:lvl6pPr>
            <a:lvl7pPr marL="1446558" indent="0">
              <a:buNone/>
              <a:defRPr sz="825" b="1"/>
            </a:lvl7pPr>
            <a:lvl8pPr marL="1687651" indent="0">
              <a:buNone/>
              <a:defRPr sz="825" b="1"/>
            </a:lvl8pPr>
            <a:lvl9pPr marL="1928744" indent="0">
              <a:buNone/>
              <a:defRPr sz="825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648" y="2174381"/>
            <a:ext cx="4039568" cy="3951387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 sz="1275"/>
            </a:lvl1pPr>
            <a:lvl2pPr>
              <a:defRPr sz="1050"/>
            </a:lvl2pPr>
            <a:lvl3pPr>
              <a:defRPr sz="975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4556" y="1534791"/>
            <a:ext cx="4041799" cy="639589"/>
          </a:xfrm>
          <a:prstGeom prst="rect">
            <a:avLst/>
          </a:prstGeom>
        </p:spPr>
        <p:txBody>
          <a:bodyPr lIns="64291" tIns="32146" rIns="64291" bIns="32146" anchor="b"/>
          <a:lstStyle>
            <a:lvl1pPr marL="0" indent="0">
              <a:buNone/>
              <a:defRPr sz="1275" b="1"/>
            </a:lvl1pPr>
            <a:lvl2pPr marL="241093" indent="0">
              <a:buNone/>
              <a:defRPr sz="1050" b="1"/>
            </a:lvl2pPr>
            <a:lvl3pPr marL="482186" indent="0">
              <a:buNone/>
              <a:defRPr sz="975" b="1"/>
            </a:lvl3pPr>
            <a:lvl4pPr marL="723279" indent="0">
              <a:buNone/>
              <a:defRPr sz="825" b="1"/>
            </a:lvl4pPr>
            <a:lvl5pPr marL="964372" indent="0">
              <a:buNone/>
              <a:defRPr sz="825" b="1"/>
            </a:lvl5pPr>
            <a:lvl6pPr marL="1205465" indent="0">
              <a:buNone/>
              <a:defRPr sz="825" b="1"/>
            </a:lvl6pPr>
            <a:lvl7pPr marL="1446558" indent="0">
              <a:buNone/>
              <a:defRPr sz="825" b="1"/>
            </a:lvl7pPr>
            <a:lvl8pPr marL="1687651" indent="0">
              <a:buNone/>
              <a:defRPr sz="825" b="1"/>
            </a:lvl8pPr>
            <a:lvl9pPr marL="1928744" indent="0">
              <a:buNone/>
              <a:defRPr sz="825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4556" y="2174381"/>
            <a:ext cx="4041799" cy="3951387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 sz="1275"/>
            </a:lvl1pPr>
            <a:lvl2pPr>
              <a:defRPr sz="1050"/>
            </a:lvl2pPr>
            <a:lvl3pPr>
              <a:defRPr sz="975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E298883-DDF2-3EDB-44F0-6D57DCA6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36DB82FE-70FB-414D-B3ED-E03DDC3E0041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37B764D-67EB-2AA5-D8B3-7A2ED005F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380F42D-9627-2816-7FE1-42B1E9DF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2BA38AC2-C740-744D-9BF8-25FB8904005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9488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648" y="274588"/>
            <a:ext cx="8228707" cy="1143000"/>
          </a:xfrm>
          <a:prstGeom prst="rect">
            <a:avLst/>
          </a:prstGeom>
        </p:spPr>
        <p:txBody>
          <a:bodyPr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B23FECC-3AF0-D59A-3A72-2230FC78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1EE2D5E1-38DD-7640-B27E-46E52E292E48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6F001DF-75E8-7FFA-AE97-AE543042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75E55C-6AAB-C2AD-5B03-E6D0FC3E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6837E74A-0CA8-0848-AFD8-82C74508ED2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6608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BB57CDE-CF17-1B9A-35FA-4C390E6D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A293BA7D-F2B3-1842-998D-422F289AFBF8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EED6F23-1F17-7308-05F7-FA0D7371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A2BB4B-4636-19EF-265C-2ED24359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5E955840-42EC-CC42-902E-EFDBD05B86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7188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648" y="273475"/>
            <a:ext cx="3008189" cy="1161975"/>
          </a:xfrm>
          <a:prstGeom prst="rect">
            <a:avLst/>
          </a:prstGeom>
        </p:spPr>
        <p:txBody>
          <a:bodyPr lIns="64291" tIns="32146" rIns="64291" bIns="32146" anchor="b"/>
          <a:lstStyle>
            <a:lvl1pPr algn="l">
              <a:defRPr sz="105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224" y="273472"/>
            <a:ext cx="5111130" cy="5852294"/>
          </a:xfrm>
          <a:prstGeom prst="rect">
            <a:avLst/>
          </a:prstGeom>
        </p:spPr>
        <p:txBody>
          <a:bodyPr lIns="64291" tIns="32146" rIns="64291" bIns="32146"/>
          <a:lstStyle>
            <a:lvl1pPr>
              <a:defRPr sz="1650"/>
            </a:lvl1pPr>
            <a:lvl2pPr>
              <a:defRPr sz="1500"/>
            </a:lvl2pPr>
            <a:lvl3pPr>
              <a:defRPr sz="1275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648" y="1435448"/>
            <a:ext cx="3008189" cy="4690318"/>
          </a:xfrm>
          <a:prstGeom prst="rect">
            <a:avLst/>
          </a:prstGeom>
        </p:spPr>
        <p:txBody>
          <a:bodyPr lIns="64291" tIns="32146" rIns="64291" bIns="32146"/>
          <a:lstStyle>
            <a:lvl1pPr marL="0" indent="0">
              <a:buNone/>
              <a:defRPr sz="750"/>
            </a:lvl1pPr>
            <a:lvl2pPr marL="241093" indent="0">
              <a:buNone/>
              <a:defRPr sz="600"/>
            </a:lvl2pPr>
            <a:lvl3pPr marL="482186" indent="0">
              <a:buNone/>
              <a:defRPr sz="525"/>
            </a:lvl3pPr>
            <a:lvl4pPr marL="723279" indent="0">
              <a:buNone/>
              <a:defRPr sz="450"/>
            </a:lvl4pPr>
            <a:lvl5pPr marL="964372" indent="0">
              <a:buNone/>
              <a:defRPr sz="450"/>
            </a:lvl5pPr>
            <a:lvl6pPr marL="1205465" indent="0">
              <a:buNone/>
              <a:defRPr sz="450"/>
            </a:lvl6pPr>
            <a:lvl7pPr marL="1446558" indent="0">
              <a:buNone/>
              <a:defRPr sz="450"/>
            </a:lvl7pPr>
            <a:lvl8pPr marL="1687651" indent="0">
              <a:buNone/>
              <a:defRPr sz="450"/>
            </a:lvl8pPr>
            <a:lvl9pPr marL="1928744" indent="0">
              <a:buNone/>
              <a:defRPr sz="4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1AA05B-3F1D-3DB1-137B-B619C4F6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50F6F6DA-C76E-4D48-B98C-DE9479FC26FE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E79DC8-D3DC-FAB9-53DC-B72D347D6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112D37-6443-AFD8-28CF-57E93B1F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57434465-B749-7F4A-B5F2-FF673DB1262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3915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636" y="4800826"/>
            <a:ext cx="5486177" cy="567035"/>
          </a:xfrm>
          <a:prstGeom prst="rect">
            <a:avLst/>
          </a:prstGeom>
        </p:spPr>
        <p:txBody>
          <a:bodyPr lIns="64291" tIns="32146" rIns="64291" bIns="32146" anchor="b"/>
          <a:lstStyle>
            <a:lvl1pPr algn="l">
              <a:defRPr sz="105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636" y="612800"/>
            <a:ext cx="5486177" cy="4114354"/>
          </a:xfrm>
          <a:prstGeom prst="rect">
            <a:avLst/>
          </a:prstGeom>
        </p:spPr>
        <p:txBody>
          <a:bodyPr lIns="64291" tIns="32146" rIns="64291" bIns="32146"/>
          <a:lstStyle>
            <a:lvl1pPr marL="0" indent="0">
              <a:buNone/>
              <a:defRPr sz="1650"/>
            </a:lvl1pPr>
            <a:lvl2pPr marL="241093" indent="0">
              <a:buNone/>
              <a:defRPr sz="1500"/>
            </a:lvl2pPr>
            <a:lvl3pPr marL="482186" indent="0">
              <a:buNone/>
              <a:defRPr sz="1275"/>
            </a:lvl3pPr>
            <a:lvl4pPr marL="723279" indent="0">
              <a:buNone/>
              <a:defRPr sz="1050"/>
            </a:lvl4pPr>
            <a:lvl5pPr marL="964372" indent="0">
              <a:buNone/>
              <a:defRPr sz="1050"/>
            </a:lvl5pPr>
            <a:lvl6pPr marL="1205465" indent="0">
              <a:buNone/>
              <a:defRPr sz="1050"/>
            </a:lvl6pPr>
            <a:lvl7pPr marL="1446558" indent="0">
              <a:buNone/>
              <a:defRPr sz="1050"/>
            </a:lvl7pPr>
            <a:lvl8pPr marL="1687651" indent="0">
              <a:buNone/>
              <a:defRPr sz="1050"/>
            </a:lvl8pPr>
            <a:lvl9pPr marL="1928744" indent="0">
              <a:buNone/>
              <a:defRPr sz="105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636" y="5367859"/>
            <a:ext cx="5486177" cy="804788"/>
          </a:xfrm>
          <a:prstGeom prst="rect">
            <a:avLst/>
          </a:prstGeom>
        </p:spPr>
        <p:txBody>
          <a:bodyPr lIns="64291" tIns="32146" rIns="64291" bIns="32146"/>
          <a:lstStyle>
            <a:lvl1pPr marL="0" indent="0">
              <a:buNone/>
              <a:defRPr sz="750"/>
            </a:lvl1pPr>
            <a:lvl2pPr marL="241093" indent="0">
              <a:buNone/>
              <a:defRPr sz="600"/>
            </a:lvl2pPr>
            <a:lvl3pPr marL="482186" indent="0">
              <a:buNone/>
              <a:defRPr sz="525"/>
            </a:lvl3pPr>
            <a:lvl4pPr marL="723279" indent="0">
              <a:buNone/>
              <a:defRPr sz="450"/>
            </a:lvl4pPr>
            <a:lvl5pPr marL="964372" indent="0">
              <a:buNone/>
              <a:defRPr sz="450"/>
            </a:lvl5pPr>
            <a:lvl6pPr marL="1205465" indent="0">
              <a:buNone/>
              <a:defRPr sz="450"/>
            </a:lvl6pPr>
            <a:lvl7pPr marL="1446558" indent="0">
              <a:buNone/>
              <a:defRPr sz="450"/>
            </a:lvl7pPr>
            <a:lvl8pPr marL="1687651" indent="0">
              <a:buNone/>
              <a:defRPr sz="450"/>
            </a:lvl8pPr>
            <a:lvl9pPr marL="1928744" indent="0">
              <a:buNone/>
              <a:defRPr sz="45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C7A61F-D6B3-9DEF-54F3-93C7A1C8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5581125B-A552-0844-9ECE-3E4AC75BF027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63203E-FA39-7EBF-F4FF-77A14E11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2853B5-F3BB-EE30-697A-ACE8EF0C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3253308B-E405-4E4D-85E7-D95B92112BB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6907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648" y="274588"/>
            <a:ext cx="8228707" cy="1143000"/>
          </a:xfrm>
          <a:prstGeom prst="rect">
            <a:avLst/>
          </a:prstGeom>
        </p:spPr>
        <p:txBody>
          <a:bodyPr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648" y="1600647"/>
            <a:ext cx="8228707" cy="4525119"/>
          </a:xfrm>
          <a:prstGeom prst="rect">
            <a:avLst/>
          </a:prstGeom>
        </p:spPr>
        <p:txBody>
          <a:bodyPr vert="eaVert" lIns="64291" tIns="32146" rIns="64291" bIns="32146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2E5B9B-0F85-7290-F646-45588B38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D58C7019-056C-434A-BE61-FDDC3B1D7EE0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586660-F544-94E4-82AA-C6099C6F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156D87-BEA2-66BA-8AAD-1E040AE6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24484F8E-3F95-1D46-9FD1-11B8FAAB5A1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3373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178" y="274588"/>
            <a:ext cx="2057176" cy="5851178"/>
          </a:xfrm>
          <a:prstGeom prst="rect">
            <a:avLst/>
          </a:prstGeom>
        </p:spPr>
        <p:txBody>
          <a:bodyPr vert="eaVert" lIns="64291" tIns="32146" rIns="64291" bIns="32146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647" y="274588"/>
            <a:ext cx="6064374" cy="5851178"/>
          </a:xfrm>
          <a:prstGeom prst="rect">
            <a:avLst/>
          </a:prstGeom>
        </p:spPr>
        <p:txBody>
          <a:bodyPr vert="eaVert" lIns="64291" tIns="32146" rIns="64291" bIns="32146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3FA5BEC-C835-6620-F7C5-30CC6A22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97DF7E0B-48EC-E248-8C94-CC8B4277CF76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6D74BB-C989-C83E-99E4-87A1BADB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91" tIns="32146" rIns="64291" bIns="32146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C85A2C-C860-2A05-CADF-BE230875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91" tIns="32146" rIns="64291" bIns="3214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ea typeface="ヒラギノ角ゴ ProN W3" panose="020B0300000000000000" pitchFamily="34" charset="-128"/>
                <a:cs typeface="ヒラギノ角ゴ ProN W3" panose="020B0300000000000000" pitchFamily="34" charset="-128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122A9CE4-7913-F049-8EFA-A7FED876D72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31993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Gaetano\Desktop\Varie\Loghi\idm_ita.png">
            <a:extLst>
              <a:ext uri="{FF2B5EF4-FFF2-40B4-BE49-F238E27FC236}">
                <a16:creationId xmlns:a16="http://schemas.microsoft.com/office/drawing/2014/main" id="{A1F03663-8A0F-15A6-571B-875E0EE986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19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C:\Users\Gaetano\Desktop\Varie\Loghi\mes.png">
            <a:extLst>
              <a:ext uri="{FF2B5EF4-FFF2-40B4-BE49-F238E27FC236}">
                <a16:creationId xmlns:a16="http://schemas.microsoft.com/office/drawing/2014/main" id="{3BBD15E3-3A6A-3E3B-194F-8A8F6EC24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0"/>
            <a:ext cx="2238375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355" y="2130850"/>
            <a:ext cx="7773293" cy="1470049"/>
          </a:xfrm>
          <a:prstGeom prst="rect">
            <a:avLst/>
          </a:prstGeom>
        </p:spPr>
        <p:txBody>
          <a:bodyPr lIns="64277" tIns="32139" rIns="64277" bIns="32139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825" y="3886653"/>
            <a:ext cx="6400354" cy="1752451"/>
          </a:xfrm>
          <a:prstGeom prst="rect">
            <a:avLst/>
          </a:prstGeom>
        </p:spPr>
        <p:txBody>
          <a:bodyPr lIns="64277" tIns="32139" rIns="64277" bIns="32139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1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82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2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641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05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46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87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28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B809C6E3-D01E-4156-B5E2-38F8CD67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64277" tIns="32139" rIns="64277" bIns="32139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C0EEC37A-ECAA-FF42-9B2B-B6E1E3AA365D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2173BF76-9218-E06B-ACE5-177B9FD8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64277" tIns="32139" rIns="64277" bIns="32139"/>
          <a:lstStyle>
            <a:lvl1pPr algn="ctr" eaLnBrk="1" hangingPunct="1">
              <a:defRPr sz="2250">
                <a:solidFill>
                  <a:srgbClr val="000000"/>
                </a:solidFill>
                <a:latin typeface="Gill Sans" charset="0"/>
                <a:cs typeface="+mn-cs"/>
                <a:sym typeface="Gill Sans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9E6FCD40-C667-8B0C-6281-248FD8F9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64277" tIns="32139" rIns="64277" bIns="32139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200">
                <a:solidFill>
                  <a:srgbClr val="000000"/>
                </a:solidFill>
                <a:latin typeface="Gill Sans" panose="020B0502020104020203" pitchFamily="34" charset="-79"/>
                <a:cs typeface="Arial" panose="020B0604020202020204" pitchFamily="34" charset="0"/>
                <a:sym typeface="Gill Sans" panose="020B0502020104020203" pitchFamily="34" charset="-79"/>
              </a:defRPr>
            </a:lvl1pPr>
          </a:lstStyle>
          <a:p>
            <a:pPr>
              <a:defRPr/>
            </a:pPr>
            <a:fld id="{DF83B6F1-8694-DF41-965E-13AD3DC631E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45970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10048" y="1270453"/>
            <a:ext cx="8228707" cy="4525119"/>
          </a:xfrm>
          <a:prstGeom prst="rect">
            <a:avLst/>
          </a:prstGeom>
        </p:spPr>
        <p:txBody>
          <a:bodyPr lIns="64277" tIns="32139" rIns="64277" bIns="32139"/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630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632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8EC81CC5-2620-0D12-3B9F-18EBF472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8528B72-657B-2047-B60A-60E4F1BB741A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CFC5037B-99C7-EEAB-A5A2-02CAEDEE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0088E3F4-4944-A8EF-77E2-0B608040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C5C8137-7189-FC46-97CB-F8A873E91DB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19730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62000" y="1143000"/>
            <a:ext cx="41148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143000"/>
            <a:ext cx="4114800" cy="224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5029200" y="3543300"/>
            <a:ext cx="4114800" cy="224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E72FA-91DC-4EDD-13F8-D44413E110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381750"/>
            <a:ext cx="4775200" cy="2476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Bracalente, Cossignani, Mulas, </a:t>
            </a:r>
            <a:r>
              <a:rPr lang="it-IT" i="1"/>
              <a:t>Statistica aziendale</a:t>
            </a:r>
            <a:r>
              <a:rPr lang="it-IT"/>
              <a:t>, 2009, McGraw-Hill</a:t>
            </a:r>
          </a:p>
        </p:txBody>
      </p:sp>
    </p:spTree>
    <p:extLst>
      <p:ext uri="{BB962C8B-B14F-4D97-AF65-F5344CB8AC3E}">
        <p14:creationId xmlns:p14="http://schemas.microsoft.com/office/powerpoint/2010/main" val="3891711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8077200" cy="609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62000" y="1143000"/>
            <a:ext cx="41148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143000"/>
            <a:ext cx="41148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FD47D3-E722-3895-EAE1-DD5380F9DC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28600" y="6381750"/>
            <a:ext cx="4775200" cy="2476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Bracalente, Cossignani, Mulas, </a:t>
            </a:r>
            <a:r>
              <a:rPr lang="it-IT" i="1"/>
              <a:t>Statistica aziendale</a:t>
            </a:r>
            <a:r>
              <a:rPr lang="it-IT"/>
              <a:t>, 2009, McGraw-Hill</a:t>
            </a:r>
          </a:p>
        </p:txBody>
      </p:sp>
    </p:spTree>
    <p:extLst>
      <p:ext uri="{BB962C8B-B14F-4D97-AF65-F5344CB8AC3E}">
        <p14:creationId xmlns:p14="http://schemas.microsoft.com/office/powerpoint/2010/main" val="3454889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SmartArt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14823A-5441-6079-99C0-3DBD493A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E675BF-85E4-1355-3273-41F02AAB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14F2BC-298B-6889-52DB-4D68013A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B2DBBBD-7C30-F94C-A539-441D0DF355E2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418995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3D2CDAF-4B82-8738-0D93-3D31875A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0908FB6-C22B-8271-D5BE-C4CB8F62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4985543-E5D6-E483-6229-8E236164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D467094-E7E5-3345-AF9D-E258250464E4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331689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27EB7C-2700-1569-5F3B-2E9A62E617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30EE8D-C1D1-1DEC-CCAE-41B4C615B6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910FCF4-1FE1-8C42-AA9C-B642E253AF3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901DDB-B5D6-E650-DFAF-0D3A249FF91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343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250825" y="188913"/>
            <a:ext cx="8713788" cy="576262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57200" y="889002"/>
            <a:ext cx="4038600" cy="2562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889002"/>
            <a:ext cx="4038600" cy="2562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57200" y="3603627"/>
            <a:ext cx="4038600" cy="2562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603627"/>
            <a:ext cx="4038600" cy="2562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4B2DA59-903D-4CA0-5DAF-8ABEEE0B18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CC15D0B-5CD9-BB02-8D4F-8CC774F1E8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23ED299-577C-3964-E5B8-2DE2F48AA6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ED5D3A6-2EB9-9048-84EC-6245D3207C21}" type="slidenum">
              <a:rPr lang="it-IT" altLang="en-US"/>
              <a:pPr>
                <a:defRPr/>
              </a:pPr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650573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5331E-EC0A-382D-8984-77B6641C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30D4A64-BE5A-B243-86DE-6A44C98B7764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CC5B88-71F2-BCF6-956B-B218F0AD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EE4E06-63A6-506A-3C94-8641A87F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30BFBF4-EAC1-D44E-8F12-EC0A1C1E975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15799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olo, ClipArt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lipArt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EA089B-4DD2-8D6D-5ECD-9ABB791A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FF3199E-CF6A-1B6F-ADF4-A86A3429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2C8F501-30D9-20F2-58CE-CDF6283A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D983F44-3AC7-B947-BF39-04A81C7A42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394751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CA263-7E94-80D1-7E63-DBF998C0A9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AD71B-6159-5085-E56A-25FD4BA12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763AC4-CAB7-AB43-AECE-21B7AEE7B1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293418B-6F67-4743-A39B-F858769DF15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409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immagine onlin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DBC6C6-8757-1F0A-A7C2-B6AE61C172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4E38F-220B-1E8A-B596-812C42F62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it-IT" altLang="it-IT"/>
              <a:t>Comuni e Censimenti (C)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E7703-C4EA-4867-C0C1-45C25AE877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837D753-3417-B14E-AD12-EC2EFFC2D7B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268441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in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5EC1FFBD-0C8B-32DF-5493-8838816FF8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469188" y="6478588"/>
            <a:ext cx="538162" cy="3190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862B86FD-1707-2840-91F3-8BF214F7CD4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6283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F7339248-FBAC-BFA4-30BC-A62C3F06FF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38100" cap="flat" cmpd="thickThin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F515D01-F9B3-E769-CE25-FBAED80391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Statistics: Unlocking the Power of Data				               Lock</a:t>
            </a:r>
            <a:r>
              <a:rPr lang="en-US" baseline="30000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DC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idx="1"/>
          </p:nvPr>
        </p:nvSpPr>
        <p:spPr>
          <a:xfrm>
            <a:off x="301752" y="1066800"/>
            <a:ext cx="8534400" cy="49530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427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87D131-EFC1-51EC-F989-1ABF1EB19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2AFEA6-6F5D-7A4C-AB2F-B2C642651155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B67396-F6C7-A97E-E70E-BCB31386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50BB30-CEB2-0B23-7491-3D943888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CB0C58-D7D0-624C-8FC5-3805BA0F6EB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811153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B93DE7-18EF-A252-A77C-ACA76E2E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6ACA7-0A0C-E047-B752-D007934EEE36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C52DF8-C073-CDBB-89B2-BB74F639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5E0F48-D3F8-138E-4A77-B0E89CAD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474AAF8-9C53-C741-9EE1-97DB61A8BF6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86911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18B19B-7CD0-B813-B411-78412704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C837F-471D-DC40-ACF5-9505839DFC8B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B1BB2C-9A20-4432-1C75-BBD8A9C5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456B00-20BD-A169-DF11-3C76AF0D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08911C6-82EC-4540-A20F-2C44E15833E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900256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0F7B43-7C82-028A-A00B-8A269009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A11ED-EBEA-6D48-B114-38398EEA2DFA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F52FD9-1EB0-1F72-4728-10FBB658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06042A-8C65-F8AD-C488-0F91A1A3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4522C43-F7DE-6540-B237-FC3BB86201A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88020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A5A2DAA-B99D-EAB9-2EDF-F94328EFE6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B16EF-A63D-804D-BCD3-ABFF94853ACF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5EF18C-12C8-0C8A-E81D-0B82325F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6ED1CDF-B726-C810-49DF-E657F7C6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2C32C49-ED91-904B-A150-1C3C0611693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12208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33CB324-1C2F-DC6C-DACF-DC51200F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DE955F-38BE-294A-8EFD-98A8D309F676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FD67A39-6531-2A4E-4DC6-5A55A5C8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E09F75-FDF1-9786-D881-95CE64A0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B420CC7-2E2C-AC42-B205-1840FFB4BB7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349041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90DA1A6-5300-0B08-7607-40EB6DC0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85232E-8256-D343-A5E6-D65297157B3B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164452C-6A44-4376-3E09-1EA213C4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44F58F-3666-61AD-06DC-4A98AD11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0316966-0C4A-2149-AFD9-517B7D82F4A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951825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3188FA-4A2B-FDF2-11B5-A3E476D5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97DC6-D40F-CA47-8332-997995AABB1E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58282D-CF44-05F2-7176-38261C7C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7E96D8-64D2-3896-9F50-A9EE0BCC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9BC92AB-4CF9-F646-BE74-AE85363A4E1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708733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BA03D24-338B-1B3D-E64C-03234DE5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2EEB3-4654-354B-846D-6BD4DA2AC7A2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073D6A-E0BE-9B03-0000-383C9A23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289275F-692F-8D81-3CA7-744A617D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9F08CBE-71F2-5546-9AEF-89C09111E16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63977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545666-987A-B93A-3F80-F40F87A2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7F288-DDB7-844D-9F90-3F4EA59C6C03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3FBF44-2BC7-5A2C-A59A-3C78BBD2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CDE09B-1774-8FAB-AA87-E3E1C4D4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D6FB3FB-187F-624A-8AFE-CC4592E12C7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331083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1C6CB8-2418-391D-FD30-A1A11D34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E4CFAB-3B73-314A-B326-1263926014F0}" type="datetimeFigureOut">
              <a:rPr lang="it-IT"/>
              <a:pPr>
                <a:defRPr/>
              </a:pPr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04A2ED-8A6A-A1E4-EAD8-9EE38DF8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181DAE-94A8-5A8E-2BE1-C70B432E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31846B1-FDDD-B84F-B989-B807506B199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412666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3DA96349-781E-C952-6D2D-3793D2C74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3CB9C-561D-2C4E-8695-F9C8B3190D3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709954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5">
            <a:extLst>
              <a:ext uri="{FF2B5EF4-FFF2-40B4-BE49-F238E27FC236}">
                <a16:creationId xmlns:a16="http://schemas.microsoft.com/office/drawing/2014/main" id="{1E546CCB-C81E-0E31-2D83-5469E85E7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518A7-730D-4A43-B2BB-C983ADAE058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765880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B278846A-1739-BAF8-D01D-0C27094E5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033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9A313BA4-064A-0B54-A526-65F5CE7FDB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013" y="0"/>
            <a:ext cx="12969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33375"/>
            <a:ext cx="7772400" cy="719138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1676400"/>
            <a:ext cx="7632700" cy="4200525"/>
          </a:xfrm>
        </p:spPr>
        <p:txBody>
          <a:bodyPr/>
          <a:lstStyle>
            <a:lvl1pPr marL="0" indent="0"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9D5E8B-677E-ABFD-C3BE-8CB0C3961A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6D9559-1311-7852-485D-EB20C8CB0E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32649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B882FC-34A4-E134-B092-9B4097F6ED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00D444-F1CC-8392-1A08-2EF7B8FEAB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91350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C40C9-730D-E005-0D37-3E2800479E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7CFB8F-5B81-BA4A-6E87-DFCBA8790A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42026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298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298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7D743-9A2E-2D5B-C7DC-5CA133DF70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DC0EE2-0BA3-CA98-F3DE-1EECE5A8D0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15662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696D6DD-6D22-3E45-45B2-8366FE8CC7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10C071-30B3-60D7-2DC1-D66ADDA7C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8835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E9AB77-D3D0-2731-EAE5-3E335D526E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9862DD-EE55-2F01-3213-64905B023A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2087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CF8A9D-8E89-A228-1BB4-EBEB49B929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EB0640C-4600-8B5E-B127-663FB5D4C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1893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7C1A9-076E-24C9-1827-FA0E12458A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B740EC-2730-01CE-4C15-D4AE541F1F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0534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7C4C0-75ED-4520-7FA3-39E4287DD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3FD38-4345-EC1B-CD92-6C4C242EA2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41296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76B1F5-EA38-598F-B624-1150F7BBE3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0314E7-AF72-D6BA-224A-A73BBE0DB7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4168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333375"/>
            <a:ext cx="2057400" cy="49276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333375"/>
            <a:ext cx="6019800" cy="49276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8F5E86-1DC9-89C3-4861-4F9BEDA03B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040EDB-CCF3-EC39-7258-B6165A40D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90497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9A3DCB-BAB5-2D09-C8DD-04D94F69ED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1FA2C-AD66-1DA1-420E-1FA8E71D4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40EE7-5D82-1633-FAEC-DE2729DF72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D205AF7-726C-4940-99CF-8DA4CF781D24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6792930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8229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56063"/>
            <a:ext cx="8229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7210F9-5C4E-1D42-2130-03C53CC22E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1595F-E8A9-2591-7597-452581BF69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C6C3CD-6A7E-5AE1-C8AB-99D960F8D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7F9CA62-D79E-CC40-9A5F-12AFE8D12B92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6931891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F0A4FA-258B-02A0-07B4-340C490B09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eaLnBrk="0" hangingPunct="0">
              <a:spcBef>
                <a:spcPct val="0"/>
              </a:spcBef>
              <a:buFontTx/>
              <a:buNone/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04F550-3CAB-0EB8-55B5-24365E6C84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A1F9C7E9-557A-2142-8151-0FB5687DEE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707669-5B6B-7048-1863-4ED2078E193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eaLnBrk="0" hangingPunct="0">
              <a:spcBef>
                <a:spcPct val="0"/>
              </a:spcBef>
              <a:buFontTx/>
              <a:buNone/>
              <a:defRPr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63057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3210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3A730-EBBC-48BF-6DF6-826E6773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75FF99-98F2-7A4A-4886-240F7BC67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061C03-AB35-2DD4-F98E-9BEE5F33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74D54C3-15F3-0667-4CBF-633EF9E5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982F6F-F33A-8561-4546-E3C63AAE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8093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AA9407-4C9F-2236-D925-413326F07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0FEFC0-8222-C0B6-D418-311F3A10F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E807BD-E8D5-01FB-C1F6-8355CB5F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DF0419-CC64-74B0-A751-165A1D4D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78BACA-36E6-02F6-1C6F-565741FA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85339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2F4A7-AA60-25AD-95AD-F62D5FA2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967DF-76C0-0E10-64DC-A4660717C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9CCC0F7-DBC0-A474-A299-DD1C9CBDE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9F410CF-F58E-41AE-963F-3F6CDF509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4BE588-8AD6-59D1-DE4A-94D3231D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BC571D-A14C-751F-AEA9-AAC99F0A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09285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0027A-C416-696F-FE8C-C0D13930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DB447C-FCBA-CE27-F30F-106E5D66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F958EE-0CB3-1EB3-F29C-21148A90D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AEF787-5541-2158-FDC5-2FDEEE0AF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BB0D5A-1908-7EAA-E967-66D7E2902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6A67B06-51B7-F24F-FAF8-7BC21C1A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F223D8-9E0C-54EA-9690-41703D64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1333AB9-30A3-FFD1-9AF0-2E8A239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91696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B9011-0958-E13C-B1A2-3941E315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35BFDE-D414-9704-2E85-8801C24B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91B2B43-0BD4-313F-7D0E-BFE01FE2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CE249DD-8FB7-D739-CB43-4475D491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40904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58681EE-2A9A-6EE0-8674-290CB671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34C8AF2-9659-5F1F-19C0-990DCB55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72A2B7-B2B6-A90F-0F2A-0B55961D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7733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3370FB-7848-9821-F2B9-CBFA08A6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DBFB6B-AFDC-69C2-1FB8-5DF137B82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998BD2-1BAE-E608-D4DA-9168108C1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E1A764-B1E9-3BEB-0DA3-8487AB8F7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24EE16-E9E8-FB5A-8529-3CAA40A8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8C6B819-2396-69C9-B087-16C64287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69871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A1A616-BD5E-4945-C2A3-D9AC180D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DDE80F-8482-258D-E696-F7F86B17E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E750EA-0849-4461-8FD2-9B5A43C8A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120136-AE3C-04FF-803B-81E09445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E25E3E-C426-705F-E4BD-45D74F1B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A31372D-4EC3-3581-7ACB-78BA347F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31247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8285D5-0B7C-EC69-2F07-2DA25D27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82F2FD4-9412-9E09-8A28-E46C2AEA3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71A71D-44E2-F637-0AE7-423A20C0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08FDEC-A8C4-5C3A-FEA0-2D4508B9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BC1A56-BD8A-890E-78C4-1BA0B54D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75864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6A8ACFE-DD7E-04B2-EED3-2E17C9FDC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2781AE-750B-4DAD-3D0D-210B85C88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E9B803-8802-0B7F-6BEA-162A746A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AA72EA-269F-4BA8-FD4F-2B67CF88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AA8B60-99B3-EBD6-CF04-F35B412E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99364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olo, contenuto 2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D2653-C90C-C84F-BEBB-F6F04BB6F78D}" type="datetime1">
              <a:rPr lang="it-IT" smtClean="0">
                <a:solidFill>
                  <a:prstClr val="black">
                    <a:tint val="75000"/>
                  </a:prstClr>
                </a:solidFill>
              </a:rPr>
              <a:t>17/11/25</a:t>
            </a:fld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38988" y="655373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fld id="{48F63A3B-78C7-47BE-AE5E-E10140E04643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854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42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3CAD07-C664-57D8-284A-17A917DC66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1757363"/>
            <a:ext cx="2090737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C:\Users\Gaetano\Desktop\Varie\Loghi\idm_ita.png">
            <a:extLst>
              <a:ext uri="{FF2B5EF4-FFF2-40B4-BE49-F238E27FC236}">
                <a16:creationId xmlns:a16="http://schemas.microsoft.com/office/drawing/2014/main" id="{192B4A4C-8C84-31D8-49B9-C70545ED05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339725"/>
            <a:ext cx="3036887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C:\Users\Gaetano\Desktop\Varie\Loghi\mes.png">
            <a:extLst>
              <a:ext uri="{FF2B5EF4-FFF2-40B4-BE49-F238E27FC236}">
                <a16:creationId xmlns:a16="http://schemas.microsoft.com/office/drawing/2014/main" id="{8A485EB6-212E-CD8E-B634-33EBFA404F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593725"/>
            <a:ext cx="3644900" cy="65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1525" r:id="rId1"/>
    <p:sldLayoutId id="2147491526" r:id="rId2"/>
    <p:sldLayoutId id="2147491527" r:id="rId3"/>
    <p:sldLayoutId id="2147491528" r:id="rId4"/>
    <p:sldLayoutId id="2147491529" r:id="rId5"/>
    <p:sldLayoutId id="2147491530" r:id="rId6"/>
    <p:sldLayoutId id="2147491531" r:id="rId7"/>
    <p:sldLayoutId id="2147491532" r:id="rId8"/>
    <p:sldLayoutId id="2147491533" r:id="rId9"/>
    <p:sldLayoutId id="2147491534" r:id="rId10"/>
    <p:sldLayoutId id="214749153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5pPr>
      <a:lvl6pPr marL="241093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6pPr>
      <a:lvl7pPr marL="482186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7pPr>
      <a:lvl8pPr marL="723279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8pPr>
      <a:lvl9pPr marL="964372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9pPr>
    </p:titleStyle>
    <p:bodyStyle>
      <a:lvl1pPr marL="179388" indent="-1793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0525" indent="-14922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01663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42963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4263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326011" indent="-120547" algn="l" defTabSz="482186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67105" indent="-120547" algn="l" defTabSz="482186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08198" indent="-120547" algn="l" defTabSz="482186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049290" indent="-120547" algn="l" defTabSz="482186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1093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82186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23279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64372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05465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46558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687651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28744" algn="l" defTabSz="482186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BE50D204-B595-CF62-E72B-9E0BDB095A7C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1757363"/>
            <a:ext cx="2090737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Picture 3" descr="C:\Users\Gaetano\Desktop\Varie\Loghi\idm_ita.png">
            <a:extLst>
              <a:ext uri="{FF2B5EF4-FFF2-40B4-BE49-F238E27FC236}">
                <a16:creationId xmlns:a16="http://schemas.microsoft.com/office/drawing/2014/main" id="{2207AD80-A9C5-6362-74F9-DB97C020BAFE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288" y="549275"/>
            <a:ext cx="3060700" cy="13112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endParaRPr lang="it-IT" altLang="it-IT">
              <a:solidFill>
                <a:prstClr val="black"/>
              </a:solidFill>
            </a:endParaRPr>
          </a:p>
        </p:txBody>
      </p:sp>
      <p:pic>
        <p:nvPicPr>
          <p:cNvPr id="13316" name="Picture 4" descr="C:\Users\Gaetano\Desktop\Varie\Loghi\mes.png">
            <a:extLst>
              <a:ext uri="{FF2B5EF4-FFF2-40B4-BE49-F238E27FC236}">
                <a16:creationId xmlns:a16="http://schemas.microsoft.com/office/drawing/2014/main" id="{ADC944CE-3B91-1083-C53C-B0BA716858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836613"/>
            <a:ext cx="4230687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3">
            <a:extLst>
              <a:ext uri="{FF2B5EF4-FFF2-40B4-BE49-F238E27FC236}">
                <a16:creationId xmlns:a16="http://schemas.microsoft.com/office/drawing/2014/main" id="{3A909D60-B2A5-C547-E2B0-F59850B0E859}"/>
              </a:ext>
            </a:extLst>
          </p:cNvPr>
          <p:cNvSpPr>
            <a:spLocks/>
          </p:cNvSpPr>
          <p:nvPr userDrawn="1"/>
        </p:nvSpPr>
        <p:spPr bwMode="auto">
          <a:xfrm>
            <a:off x="1547813" y="6640513"/>
            <a:ext cx="5926137" cy="185737"/>
          </a:xfrm>
          <a:prstGeom prst="rect">
            <a:avLst/>
          </a:prstGeom>
          <a:noFill/>
          <a:ln>
            <a:noFill/>
          </a:ln>
        </p:spPr>
        <p:txBody>
          <a:bodyPr lIns="48206" tIns="24103" rIns="48206" bIns="24103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>
              <a:spcBef>
                <a:spcPts val="319"/>
              </a:spcBef>
              <a:defRPr/>
            </a:pPr>
            <a:r>
              <a:rPr lang="en-GB" altLang="it-IT" sz="900">
                <a:solidFill>
                  <a:srgbClr val="A6A6A6"/>
                </a:solidFill>
                <a:latin typeface="Tahoma" pitchFamily="34" charset="0"/>
                <a:cs typeface="Tahoma" pitchFamily="34" charset="0"/>
                <a:sym typeface="Gill Sans"/>
              </a:rPr>
              <a:t>In collaborazione con PNE - Agenas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536" r:id="rId1"/>
    <p:sldLayoutId id="2147491537" r:id="rId2"/>
    <p:sldLayoutId id="2147491538" r:id="rId3"/>
    <p:sldLayoutId id="2147491539" r:id="rId4"/>
    <p:sldLayoutId id="2147491540" r:id="rId5"/>
    <p:sldLayoutId id="2147491541" r:id="rId6"/>
    <p:sldLayoutId id="2147491542" r:id="rId7"/>
    <p:sldLayoutId id="2147491543" r:id="rId8"/>
    <p:sldLayoutId id="2147491544" r:id="rId9"/>
    <p:sldLayoutId id="2147491545" r:id="rId10"/>
    <p:sldLayoutId id="2147491546" r:id="rId11"/>
    <p:sldLayoutId id="2147491547" r:id="rId12"/>
    <p:sldLayoutId id="2147491548" r:id="rId13"/>
    <p:sldLayoutId id="2147491549" r:id="rId14"/>
    <p:sldLayoutId id="2147491550" r:id="rId15"/>
    <p:sldLayoutId id="2147491551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300">
          <a:solidFill>
            <a:schemeClr val="tx1"/>
          </a:solidFill>
          <a:latin typeface="Calibri" pitchFamily="34" charset="0"/>
        </a:defRPr>
      </a:lvl5pPr>
      <a:lvl6pPr marL="241043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6pPr>
      <a:lvl7pPr marL="482087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7pPr>
      <a:lvl8pPr marL="723131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8pPr>
      <a:lvl9pPr marL="964174" algn="ctr" rtl="0" fontAlgn="base">
        <a:spcBef>
          <a:spcPct val="0"/>
        </a:spcBef>
        <a:spcAft>
          <a:spcPct val="0"/>
        </a:spcAft>
        <a:defRPr sz="2325">
          <a:solidFill>
            <a:schemeClr val="tx1"/>
          </a:solidFill>
          <a:latin typeface="Calibri" pitchFamily="34" charset="0"/>
        </a:defRPr>
      </a:lvl9pPr>
    </p:titleStyle>
    <p:bodyStyle>
      <a:lvl1pPr marL="177800" indent="-177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0525" indent="-14763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41375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2675" indent="-119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325741" indent="-120522" algn="l" defTabSz="482087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566784" indent="-120522" algn="l" defTabSz="482087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07829" indent="-120522" algn="l" defTabSz="482087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048870" indent="-120522" algn="l" defTabSz="482087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1043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82087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23131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64174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05219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46261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687306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28350" algn="l" defTabSz="482087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testo 2">
            <a:extLst>
              <a:ext uri="{FF2B5EF4-FFF2-40B4-BE49-F238E27FC236}">
                <a16:creationId xmlns:a16="http://schemas.microsoft.com/office/drawing/2014/main" id="{315D9EF0-69E4-5FBC-F03F-5688BCA0E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Modifica gli stili del testo dello schema
Secondo livello
Terzo livello
Quarto livello
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552" r:id="rId1"/>
    <p:sldLayoutId id="2147491553" r:id="rId2"/>
    <p:sldLayoutId id="2147491554" r:id="rId3"/>
    <p:sldLayoutId id="2147491555" r:id="rId4"/>
    <p:sldLayoutId id="2147491556" r:id="rId5"/>
    <p:sldLayoutId id="2147491557" r:id="rId6"/>
    <p:sldLayoutId id="2147491558" r:id="rId7"/>
    <p:sldLayoutId id="2147491559" r:id="rId8"/>
    <p:sldLayoutId id="2147491560" r:id="rId9"/>
    <p:sldLayoutId id="2147491561" r:id="rId10"/>
    <p:sldLayoutId id="214749156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82B264C-7FB4-E815-7688-E29B75BA64FD}"/>
              </a:ext>
            </a:extLst>
          </p:cNvPr>
          <p:cNvCxnSpPr/>
          <p:nvPr userDrawn="1"/>
        </p:nvCxnSpPr>
        <p:spPr>
          <a:xfrm flipH="1">
            <a:off x="450850" y="968375"/>
            <a:ext cx="8248650" cy="0"/>
          </a:xfrm>
          <a:prstGeom prst="line">
            <a:avLst/>
          </a:prstGeom>
          <a:ln w="25400" cap="rnd">
            <a:solidFill>
              <a:srgbClr val="C72A3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299" name="Immagine 7">
            <a:extLst>
              <a:ext uri="{FF2B5EF4-FFF2-40B4-BE49-F238E27FC236}">
                <a16:creationId xmlns:a16="http://schemas.microsoft.com/office/drawing/2014/main" id="{85402403-D61D-FA6B-63E9-BE7969E742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4" r="74033" b="37508"/>
          <a:stretch>
            <a:fillRect/>
          </a:stretch>
        </p:blipFill>
        <p:spPr bwMode="auto">
          <a:xfrm>
            <a:off x="7985125" y="5776913"/>
            <a:ext cx="1158875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Immagine 1">
            <a:extLst>
              <a:ext uri="{FF2B5EF4-FFF2-40B4-BE49-F238E27FC236}">
                <a16:creationId xmlns:a16="http://schemas.microsoft.com/office/drawing/2014/main" id="{EFE32770-5E19-4223-58F6-97AEB67519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8" y="179388"/>
            <a:ext cx="148113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olo 1">
            <a:extLst>
              <a:ext uri="{FF2B5EF4-FFF2-40B4-BE49-F238E27FC236}">
                <a16:creationId xmlns:a16="http://schemas.microsoft.com/office/drawing/2014/main" id="{6D0F3954-0549-AD3A-547B-335C8C3BEC3A}"/>
              </a:ext>
            </a:extLst>
          </p:cNvPr>
          <p:cNvSpPr txBox="1">
            <a:spLocks/>
          </p:cNvSpPr>
          <p:nvPr userDrawn="1"/>
        </p:nvSpPr>
        <p:spPr>
          <a:xfrm>
            <a:off x="450850" y="354013"/>
            <a:ext cx="5721350" cy="4016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813"/>
              </a:lnSpc>
              <a:spcAft>
                <a:spcPts val="450"/>
              </a:spcAft>
              <a:defRPr/>
            </a:pPr>
            <a:r>
              <a:rPr lang="it-IT" altLang="it-IT" sz="800" b="1">
                <a:solidFill>
                  <a:srgbClr val="595959"/>
                </a:solidFill>
                <a:ea typeface="Signika"/>
                <a:cs typeface="Calibri" panose="020F0502020204030204" pitchFamily="34" charset="0"/>
              </a:rPr>
              <a:t>ROMA 23 GIUGNO 2016 </a:t>
            </a:r>
          </a:p>
          <a:p>
            <a:pPr eaLnBrk="1" hangingPunct="1">
              <a:lnSpc>
                <a:spcPts val="813"/>
              </a:lnSpc>
              <a:defRPr/>
            </a:pPr>
            <a:r>
              <a:rPr lang="it-IT" altLang="it-IT" sz="800" b="1">
                <a:solidFill>
                  <a:srgbClr val="1C385A"/>
                </a:solidFill>
                <a:ea typeface="Signika Light"/>
                <a:cs typeface="Calibri" panose="020F0502020204030204" pitchFamily="34" charset="0"/>
              </a:rPr>
              <a:t>AREA TEMATICA 1</a:t>
            </a:r>
            <a:r>
              <a:rPr lang="it-IT" altLang="it-IT" sz="800" b="1">
                <a:ea typeface="Signika Light"/>
                <a:cs typeface="Calibri" panose="020F0502020204030204" pitchFamily="34" charset="0"/>
              </a:rPr>
              <a:t>. La lunga storia della statistica ufficiale </a:t>
            </a:r>
          </a:p>
          <a:p>
            <a:pPr eaLnBrk="1" hangingPunct="1">
              <a:lnSpc>
                <a:spcPts val="813"/>
              </a:lnSpc>
              <a:spcBef>
                <a:spcPts val="225"/>
              </a:spcBef>
              <a:spcAft>
                <a:spcPts val="450"/>
              </a:spcAft>
              <a:defRPr/>
            </a:pPr>
            <a:r>
              <a:rPr lang="it-IT" altLang="it-IT" sz="900">
                <a:ea typeface="Signika Light"/>
                <a:cs typeface="Arial" panose="020B0604020202020204" pitchFamily="34" charset="0"/>
              </a:rPr>
              <a:t>Temi, metodi e tecnologie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495E58F0-0E93-1964-43C5-834C84D18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69188" y="6478588"/>
            <a:ext cx="538162" cy="3190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7F7F7F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/>
            </a:pPr>
            <a:fld id="{18CFE7E6-7D6F-6F41-BD0C-566FBF7610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504" r:id="rId1"/>
    <p:sldLayoutId id="2147491505" r:id="rId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869DB586-8A3E-EB94-0523-BC098F571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3375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Laboratorio Management e Sanità</a:t>
            </a:r>
            <a:br>
              <a:rPr lang="it-IT" altLang="it-IT"/>
            </a:br>
            <a:r>
              <a:rPr lang="it-IT" altLang="it-IT"/>
              <a:t>ricerca e formazione per il management dei servizi alla salute</a:t>
            </a:r>
            <a:br>
              <a:rPr lang="it-IT" altLang="it-IT"/>
            </a:br>
            <a:endParaRPr lang="it-IT" altLang="it-IT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20A7F7C-C809-4DAC-7512-748944BFE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Laboratorio Management e Sanità</a:t>
            </a:r>
            <a:br>
              <a:rPr lang="it-IT" altLang="it-IT"/>
            </a:br>
            <a:r>
              <a:rPr lang="it-IT" altLang="it-IT"/>
              <a:t>ricerca e formazione per il management dei servizi alla salute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6D669E7D-9A60-8475-9875-7F56739823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9573765A-41D9-E44C-7221-721E41B594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pic>
        <p:nvPicPr>
          <p:cNvPr id="61446" name="Picture 9">
            <a:extLst>
              <a:ext uri="{FF2B5EF4-FFF2-40B4-BE49-F238E27FC236}">
                <a16:creationId xmlns:a16="http://schemas.microsoft.com/office/drawing/2014/main" id="{5A9C494D-35FF-B24D-BA75-756CD5965C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033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7" name="Picture 10">
            <a:extLst>
              <a:ext uri="{FF2B5EF4-FFF2-40B4-BE49-F238E27FC236}">
                <a16:creationId xmlns:a16="http://schemas.microsoft.com/office/drawing/2014/main" id="{4846FE14-20E7-293A-DD33-017F1B1BD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013" y="0"/>
            <a:ext cx="129698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1567" r:id="rId1"/>
    <p:sldLayoutId id="2147491568" r:id="rId2"/>
    <p:sldLayoutId id="2147491569" r:id="rId3"/>
    <p:sldLayoutId id="2147491570" r:id="rId4"/>
    <p:sldLayoutId id="2147491571" r:id="rId5"/>
    <p:sldLayoutId id="2147491572" r:id="rId6"/>
    <p:sldLayoutId id="2147491573" r:id="rId7"/>
    <p:sldLayoutId id="2147491574" r:id="rId8"/>
    <p:sldLayoutId id="2147491575" r:id="rId9"/>
    <p:sldLayoutId id="2147491576" r:id="rId10"/>
    <p:sldLayoutId id="2147491577" r:id="rId11"/>
    <p:sldLayoutId id="2147491578" r:id="rId12"/>
    <p:sldLayoutId id="2147491579" r:id="rId13"/>
    <p:sldLayoutId id="2147491580" r:id="rId14"/>
  </p:sldLayoutIdLst>
  <p:txStyles>
    <p:titleStyle>
      <a:lvl1pPr algn="ctr" rtl="0" eaLnBrk="0" fontAlgn="base" hangingPunct="0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2pPr>
      <a:lvl3pPr algn="ctr" rtl="0" eaLnBrk="0" fontAlgn="base" hangingPunct="0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3pPr>
      <a:lvl4pPr algn="ctr" rtl="0" eaLnBrk="0" fontAlgn="base" hangingPunct="0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4pPr>
      <a:lvl5pPr algn="ctr" rtl="0" eaLnBrk="0" fontAlgn="base" hangingPunct="0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5pPr>
      <a:lvl6pPr marL="457200" algn="ctr" rtl="0" fontAlgn="base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6pPr>
      <a:lvl7pPr marL="914400" algn="ctr" rtl="0" fontAlgn="base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7pPr>
      <a:lvl8pPr marL="1371600" algn="ctr" rtl="0" fontAlgn="base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8pPr>
      <a:lvl9pPr marL="1828800" algn="ctr" rtl="0" fontAlgn="base">
        <a:spcBef>
          <a:spcPct val="50000"/>
        </a:spcBef>
        <a:spcAft>
          <a:spcPct val="0"/>
        </a:spcAft>
        <a:defRPr sz="2400" i="1">
          <a:solidFill>
            <a:srgbClr val="B05D34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i="1">
          <a:solidFill>
            <a:srgbClr val="B05D34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948C8CD-16A6-09A1-096E-CC94EFC8C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B702822-AC4D-8C8A-54A6-DBB8B1EE8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9B043F-4489-9341-C82F-A2709E189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7E00F-76BC-FA46-84DA-2C6988F68135}" type="datetimeFigureOut">
              <a:rPr lang="it-IT" smtClean="0"/>
              <a:t>17/11/25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909F2C-F5FF-864A-9166-E17C4499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5A2E94-50CB-07FD-0095-2F093E998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12667-A60B-F94A-B531-AF2B840E5E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584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622" r:id="rId1"/>
    <p:sldLayoutId id="2147491623" r:id="rId2"/>
    <p:sldLayoutId id="2147491624" r:id="rId3"/>
    <p:sldLayoutId id="2147491625" r:id="rId4"/>
    <p:sldLayoutId id="2147491626" r:id="rId5"/>
    <p:sldLayoutId id="2147491627" r:id="rId6"/>
    <p:sldLayoutId id="2147491628" r:id="rId7"/>
    <p:sldLayoutId id="2147491629" r:id="rId8"/>
    <p:sldLayoutId id="2147491630" r:id="rId9"/>
    <p:sldLayoutId id="2147491631" r:id="rId10"/>
    <p:sldLayoutId id="2147491632" r:id="rId11"/>
    <p:sldLayoutId id="21474916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tat.it/microdati/aspetti-della-vita-quotidiana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>
            <a:extLst>
              <a:ext uri="{FF2B5EF4-FFF2-40B4-BE49-F238E27FC236}">
                <a16:creationId xmlns:a16="http://schemas.microsoft.com/office/drawing/2014/main" id="{48CF5F44-C7AF-6FC7-A62F-0D9BD69EEA55}"/>
              </a:ext>
            </a:extLst>
          </p:cNvPr>
          <p:cNvSpPr>
            <a:spLocks/>
          </p:cNvSpPr>
          <p:nvPr/>
        </p:nvSpPr>
        <p:spPr bwMode="auto">
          <a:xfrm>
            <a:off x="356286" y="0"/>
            <a:ext cx="7762875" cy="1968500"/>
          </a:xfrm>
          <a:prstGeom prst="rect">
            <a:avLst/>
          </a:prstGeom>
          <a:noFill/>
          <a:ln>
            <a:noFill/>
          </a:ln>
        </p:spPr>
        <p:txBody>
          <a:bodyPr lIns="48216" tIns="24108" rIns="48216" bIns="2410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GB" altLang="it-IT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ASM1: final assignment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40BFF2-0A37-DA81-0B24-FB702C3E542D}"/>
              </a:ext>
            </a:extLst>
          </p:cNvPr>
          <p:cNvSpPr txBox="1"/>
          <p:nvPr/>
        </p:nvSpPr>
        <p:spPr>
          <a:xfrm>
            <a:off x="233209" y="1698701"/>
            <a:ext cx="867758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A" sz="2000" noProof="0" dirty="0"/>
              <a:t>Download the microdata of the Istat survey «</a:t>
            </a:r>
            <a:r>
              <a:rPr lang="en-CA" sz="2000" noProof="0" dirty="0" err="1"/>
              <a:t>Aspetti</a:t>
            </a:r>
            <a:r>
              <a:rPr lang="en-CA" sz="2000" noProof="0" dirty="0"/>
              <a:t> della vita </a:t>
            </a:r>
            <a:r>
              <a:rPr lang="en-CA" sz="2000" noProof="0" dirty="0" err="1"/>
              <a:t>quotidiana</a:t>
            </a:r>
            <a:r>
              <a:rPr lang="en-CA" sz="2000" noProof="0" dirty="0"/>
              <a:t>»: </a:t>
            </a:r>
          </a:p>
          <a:p>
            <a:r>
              <a:rPr lang="en-CA" sz="2000" dirty="0">
                <a:hlinkClick r:id="rId2"/>
              </a:rPr>
              <a:t>      </a:t>
            </a:r>
            <a:r>
              <a:rPr lang="en-CA" sz="2000" noProof="0" dirty="0">
                <a:hlinkClick r:id="rId2"/>
              </a:rPr>
              <a:t>https://www.istat.it/microdati/aspetti-della-vita-quotidiana/</a:t>
            </a:r>
            <a:endParaRPr lang="en-CA" sz="2000" noProof="0" dirty="0"/>
          </a:p>
          <a:p>
            <a:pPr marL="285750" indent="-285750">
              <a:buFont typeface="Wingdings" pitchFamily="2" charset="2"/>
              <a:buChar char="ü"/>
            </a:pPr>
            <a:endParaRPr lang="en-CA" sz="2000" noProof="0" dirty="0"/>
          </a:p>
          <a:p>
            <a:pPr marL="285750" indent="-285750">
              <a:buFont typeface="Wingdings" pitchFamily="2" charset="2"/>
              <a:buChar char="ü"/>
            </a:pPr>
            <a:r>
              <a:rPr lang="en-CA" sz="2000" noProof="0" dirty="0"/>
              <a:t>Analyze the data in order to answer to one of the following research questions:</a:t>
            </a:r>
          </a:p>
          <a:p>
            <a:pPr marL="285750" indent="-285750">
              <a:buFont typeface="Wingdings" pitchFamily="2" charset="2"/>
              <a:buChar char="ü"/>
            </a:pPr>
            <a:endParaRPr lang="en-CA" sz="2000" noProof="0" dirty="0"/>
          </a:p>
          <a:p>
            <a:pPr marL="342900" indent="-342900">
              <a:buFont typeface="+mj-lt"/>
              <a:buAutoNum type="arabicPeriod"/>
            </a:pPr>
            <a:r>
              <a:rPr lang="en-CA" sz="2000" noProof="0" dirty="0"/>
              <a:t>Internet use and social capital (or any sub-dimension of social capital) in the Italian population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noProof="0" dirty="0"/>
              <a:t>Determinants of environmentally sustainable behaviors in the Italian population</a:t>
            </a:r>
          </a:p>
          <a:p>
            <a:pPr marL="342900" indent="-342900">
              <a:buFont typeface="Wingdings" pitchFamily="2" charset="2"/>
              <a:buChar char="ü"/>
            </a:pPr>
            <a:endParaRPr lang="en-CA" sz="20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CA" sz="2000" noProof="0" dirty="0"/>
              <a:t>Prepare a short presentation (15 slides max) including methods, findings and discussion.</a:t>
            </a:r>
          </a:p>
          <a:p>
            <a:endParaRPr lang="en-CA" sz="2000" noProof="0" dirty="0"/>
          </a:p>
          <a:p>
            <a:endParaRPr lang="en-CA" sz="2000" noProof="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Personalizza struttur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zat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es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17089</TotalTime>
  <Words>87</Words>
  <Application>Microsoft Macintosh PowerPoint</Application>
  <PresentationFormat>Presentazione su schermo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Gill Sans</vt:lpstr>
      <vt:lpstr>Tahoma</vt:lpstr>
      <vt:lpstr>Times New Roman</vt:lpstr>
      <vt:lpstr>Wingdings</vt:lpstr>
      <vt:lpstr>1_Personalizza struttura</vt:lpstr>
      <vt:lpstr>2_Personalizza struttura</vt:lpstr>
      <vt:lpstr>Personalizza struttura</vt:lpstr>
      <vt:lpstr>3_Personalizza struttura</vt:lpstr>
      <vt:lpstr>mes</vt:lpstr>
      <vt:lpstr>4_Personalizza struttura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MeS</dc:creator>
  <cp:lastModifiedBy>Chiara Seghieri</cp:lastModifiedBy>
  <cp:revision>359</cp:revision>
  <dcterms:created xsi:type="dcterms:W3CDTF">2016-10-21T14:57:06Z</dcterms:created>
  <dcterms:modified xsi:type="dcterms:W3CDTF">2025-11-17T11:23:46Z</dcterms:modified>
</cp:coreProperties>
</file>